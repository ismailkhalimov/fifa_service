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8" r:id="rId20"/>
    <p:sldId id="267" r:id="rId19"/>
    <p:sldId id="261" r:id="rId13"/>
    <p:sldId id="262" r:id="rId14"/>
    <p:sldId id="263" r:id="rId15"/>
    <p:sldId id="264" r:id="rId16"/>
    <p:sldId id="265" r:id="rId17"/>
    <p:sldId id="266" r:id="rId18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7 минут: зачем система, как устроена, рекомендации в SQL, три экрана, итог.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пункта без лишних слов: данные, поиск, рекомендации.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Схему «клиент — приложение — БД» можно показать на доске за 20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зачитывать все таблицы: Club–Player, Player–Country, подтип игрока, трофеи.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Роли — для разных сценариев изменения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направо: фильтр клубов, список игроков клуба, форма цели и весов для рекомендаций.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метрика считается в SQL (search_ideal_profile_players), не вручную в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Коэффициенты задаёт пользователь на форме; формула видна комиссии.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 же числа, что в SQL: меньше d — ближе к целевому профилю.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 про эксплуатацию, без маркетинга.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слайд-ответ на вопрос «Ну и что?»: перечислите результат и прямую пользу для ролей.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абзац: что сделано и что логично добавить.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Верх: цепочка до БД. Низ: какие файлы за что отвечают. 30–40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Верх: фильтр → SQL → таблица. Низ: форма → тот же SQL с fit_dist → список.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FAFA"/>
                </a:solidFill>
                <a:latin typeface="Segoe UI"/>
              </a:defRPr>
            </a:pPr>
            <a:r>
              <a:t>Аналитика футбольных клубов</a:t>
            </a:r>
          </a:p>
          <a:p>
            <a:pPr>
              <a:spcBef>
                <a:spcPts val="1600"/>
              </a:spcBef>
              <a:defRPr sz="2600">
                <a:solidFill>
                  <a:srgbClr val="FF4B4B"/>
                </a:solidFill>
                <a:latin typeface="Segoe UI"/>
              </a:defRPr>
            </a:pPr>
            <a:r>
              <a:t>PostgreSQL · Python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Задача и 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Каталог клубов и игроков с фильтрами и отчётами.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Скаут: отбор по полям БД, пагинация, сортировка.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Рекомендации: те же фильтры, порядок по расстоянию до заданного профиля (SQL).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БД: PostgreSQL, скрипты sql_scripts/ddl.sql и dml.sql.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Запросы: db_connection.py (psycopg2, параметры).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Интерфейс: pages.py; вход и роли: auth.py.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Фото игроков: скрипт tools/upload_player_photos_to_s3.py, в таблице хранится URL.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  <a:latin typeface="Segoe UI"/>
              </a:defRPr>
            </a:pPr>
            <a:r>
              <a:t>Модель данных (ER)</a:t>
            </a:r>
          </a:p>
        </p:txBody>
      </p:sp>
      <p:pic>
        <p:nvPicPr>
          <p:cNvPr id="3" name="Picture 2" descr="plant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015" y="896112"/>
            <a:ext cx="254366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Сущности и 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Клубы, стадионы, города, страны; игроки, статистика, амплуа.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Пользователь: просмотр и фильтры.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Репортёр: добавление трофея клубу.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Администратор: перевод игрока в другой клуб и зарплата.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  <a:latin typeface="Segoe UI"/>
              </a:defRPr>
            </a:pPr>
            <a:r>
              <a:t>Интерфейс: три экрана</a:t>
            </a:r>
          </a:p>
        </p:txBody>
      </p:sp>
      <p:pic>
        <p:nvPicPr>
          <p:cNvPr id="3" name="Picture 2" descr="c__Users_lirik_AppData_Roaming_Cursor_User_workspaceStorage_001952add7a7b2398fac0ac51653ba62_images_image-7f271449-0adb-4af0-83b9-121da8722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987552"/>
            <a:ext cx="3657600" cy="2085975"/>
          </a:xfrm>
          <a:prstGeom prst="rect">
            <a:avLst/>
          </a:prstGeom>
        </p:spPr>
      </p:pic>
      <p:pic>
        <p:nvPicPr>
          <p:cNvPr id="4" name="Picture 3" descr="c__Users_lirik_AppData_Roaming_Cursor_User_workspaceStorage_001952add7a7b2398fac0ac51653ba62_images_image-7c0f8cd0-d149-4f2b-846c-d200c2730b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987552"/>
            <a:ext cx="3657600" cy="2235994"/>
          </a:xfrm>
          <a:prstGeom prst="rect">
            <a:avLst/>
          </a:prstGeom>
        </p:spPr>
      </p:pic>
      <p:pic>
        <p:nvPicPr>
          <p:cNvPr id="5" name="Picture 4" descr="c__Users_lirik_AppData_Roaming_Cursor_User_workspaceStorage_001952add7a7b2398fac0ac51653ba62_images_image-ca8d3f46-4206-4536-8733-d625b5c7ff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987552"/>
            <a:ext cx="365760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Скаут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Скаут: возраст, клуб, амплуа, голы и передачи за сезон, пагинация.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Рекомендации: вариант B — взвешенная сумма отклонений от цели по возрасту, зарплате, голам, передачам.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Сначала тот же отбор кандидатов, что у скаута; сортировка по возрастанию метрики.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Формула расстояния (как в проекте)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d = wв·|возраст−цель|/40 + wз·|зарплата−цель|/50 000 000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  + wг·|голы−цель|/30 + wп·|передачи−цель|/25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Нормировки под масштаб полей; NULL в статистике — как 0 (COALESCE в SQL).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  <a:latin typeface="Segoe UI"/>
              </a:defRPr>
            </a:pPr>
            <a:r>
              <a:t>График: порядок кандидатов по d</a:t>
            </a:r>
          </a:p>
        </p:txBody>
      </p:sp>
      <p:pic>
        <p:nvPicPr>
          <p:cNvPr id="3" name="Picture 2" descr="presentation_recommender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668" y="896112"/>
            <a:ext cx="8074358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Фото, безопасность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Фото: Sports.ru / Wikipedia → при успехе запись URL; UI не ходит на внешние сайты при каждом показе.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Запросы с подстановкой параметров; пароли — хеш; строка подключения из .env.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Что сделали и кому помогли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Сделали рабочую систему: база данных + веб-интерфейс + рекомендации игроков.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Помогли скауту: меньше ручного просмотра, быстрее первичный отбор кандидатов.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Помогли аналитику и тренеру: единая картина по клубам и игрокам на одном экране.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Итог для клуба: решение по кандидатам принимается быстрее и на данных, а не «на глаз».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Нормализованная БД и сценарии в Streamlit.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Рекомендации — явная метрика и сортировка в SQL.</a:t>
            </a:r>
          </a:p>
          <a:p>
            <a:pPr algn="l">
              <a:spcAft>
                <a:spcPts val="800"/>
              </a:spcAft>
              <a:defRPr sz="2600">
                <a:solidFill>
                  <a:srgbClr val="DCE0E6"/>
                </a:solidFill>
                <a:latin typeface="Segoe UI"/>
              </a:defRPr>
            </a:pPr>
            <a:r>
              <a:t>Дальше по желанию: тесты, журнал операций, отдельный слой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AFAFA"/>
                </a:solidFill>
                <a:latin typeface="Segoe UI"/>
              </a:defRPr>
            </a:pPr>
            <a:r>
              <a:t>Схема: клиент и модули (две схемы)</a:t>
            </a:r>
          </a:p>
        </p:txBody>
      </p:sp>
      <p:pic>
        <p:nvPicPr>
          <p:cNvPr id="3" name="Picture 2" descr="pres_diag_bundle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481208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AFAFA"/>
                </a:solidFill>
                <a:latin typeface="Segoe UI"/>
              </a:defRPr>
            </a:pPr>
            <a:r>
              <a:t>Схема: фильтр клубов и рекомендации</a:t>
            </a:r>
          </a:p>
        </p:txBody>
      </p:sp>
      <p:pic>
        <p:nvPicPr>
          <p:cNvPr id="3" name="Picture 2" descr="pres_diag_bundle_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5328341" cy="5074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